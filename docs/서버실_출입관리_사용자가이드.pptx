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67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151AD-0D66-4B19-8343-39009AB45A99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56C2A-28CD-4665-B856-629FDC2F8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69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56C2A-28CD-4665-B856-629FDC2F84E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2319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97480"/>
            <a:ext cx="12191695" cy="13716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40680" y="1325880"/>
            <a:ext cx="1325880" cy="1325880"/>
          </a:xfrm>
          <a:prstGeom prst="round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40680" y="1325880"/>
            <a:ext cx="1325880" cy="1325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맑은 고딕"/>
              </a:rPr>
              <a:t>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0152" cy="822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서버실 출입관리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C8D2E6"/>
                </a:solidFill>
                <a:latin typeface="맑은 고딕"/>
              </a:rPr>
              <a:t>사용자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0">
                <a:solidFill>
                  <a:srgbClr val="9AA6C4"/>
                </a:solidFill>
                <a:latin typeface="맑은 고딕"/>
              </a:rPr>
              <a:t>접속 주소  http://localhost:9090/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시스템 개요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Server Room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566160" cy="8229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18488"/>
            <a:ext cx="316382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3163824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서버실 출입 신청·기록 관리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출입 비밀번호 안내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담당자 메일 자동 알림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출입 현황 실시간 모니터링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566160" cy="822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618488"/>
            <a:ext cx="316382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사용자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75688"/>
            <a:ext cx="3163824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신청자 — 출입 신청 화면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관리자 — 대시보드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A66"/>
                </a:solidFill>
                <a:latin typeface="맑은 고딕"/>
              </a:rPr>
              <a:t>• 단일 서버실 운영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35021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502152" cy="82296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18488"/>
            <a:ext cx="3099816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기술 스택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75688"/>
            <a:ext cx="3099816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Spring Boot 2.7.18 / Java 11</a:t>
            </a: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내장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Tomcat (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포트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9090)</a:t>
            </a: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PostgreSQL +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MyBatis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JSP + Vanilla 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109087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10908792" cy="8229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3904488"/>
            <a:ext cx="10506456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핵심 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361688"/>
            <a:ext cx="10506456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신청부터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담당자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알림까지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한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번에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처리되는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자동화된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흐름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개인정보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(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연락처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)는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DB에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암호화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저장하여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보안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강화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관리자는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별도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조작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없이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대시보드에서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복호화된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정보로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현황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확인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메일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발송이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실패하더라도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자체는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정상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처리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(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안정성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보장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850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09728" cy="420624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"/>
            <a:ext cx="9601200" cy="7498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정보 입력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성명 · 사번 · 연락처 · 사유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128016"/>
            <a:ext cx="914400" cy="7498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500" b="1">
                <a:solidFill>
                  <a:srgbClr val="6F86BE"/>
                </a:solidFill>
                <a:latin typeface="맑은 고딕"/>
              </a:rPr>
              <a:t>STEP 1</a:t>
            </a:r>
          </a:p>
        </p:txBody>
      </p:sp>
      <p:pic>
        <p:nvPicPr>
          <p:cNvPr id="6" name="Picture 5" descr="guide_02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680" y="1234440"/>
            <a:ext cx="6502400" cy="4572000"/>
          </a:xfrm>
          <a:prstGeom prst="rect">
            <a:avLst/>
          </a:prstGeom>
          <a:ln w="22225">
            <a:solidFill>
              <a:srgbClr val="222B45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932680" y="1234440"/>
            <a:ext cx="6502400" cy="4572000"/>
          </a:xfrm>
          <a:prstGeom prst="rect">
            <a:avLst/>
          </a:prstGeom>
          <a:noFill/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59"/>
            <a:ext cx="3840480" cy="54012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28346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정보를 입력하세요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520440" cy="10515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성명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/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사번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/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사유는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필수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입력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(*)</a:t>
            </a: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연락처는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숫자만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입력</a:t>
            </a:r>
            <a:r>
              <a:rPr lang="en-US" sz="1250" b="0" dirty="0" smtClean="0">
                <a:solidFill>
                  <a:srgbClr val="6B6A66"/>
                </a:solidFill>
                <a:latin typeface="맑은 고딕"/>
              </a:rPr>
              <a:t/>
            </a:r>
            <a:br>
              <a:rPr lang="en-US" sz="1250" b="0" dirty="0" smtClean="0">
                <a:solidFill>
                  <a:srgbClr val="6B6A66"/>
                </a:solidFill>
                <a:latin typeface="맑은 고딕"/>
              </a:rPr>
            </a:br>
            <a:r>
              <a:rPr sz="1250" b="0" dirty="0" smtClean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시각은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자동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입력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(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수정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불가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)</a:t>
            </a:r>
          </a:p>
          <a:p>
            <a:pPr algn="l">
              <a:spcAft>
                <a:spcPts val="900"/>
              </a:spcAft>
            </a:pP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입력이</a:t>
            </a:r>
            <a:r>
              <a:rPr sz="1250" b="0" dirty="0" smtClean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끝나면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1" dirty="0" smtClean="0">
                <a:solidFill>
                  <a:srgbClr val="1F1F1D"/>
                </a:solidFill>
                <a:latin typeface="맑은 고딕"/>
              </a:rPr>
              <a:t>[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출입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신청하기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]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버튼을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누릅니다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.</a:t>
            </a:r>
          </a:p>
        </p:txBody>
      </p:sp>
      <p:sp>
        <p:nvSpPr>
          <p:cNvPr id="13" name="Oval 8"/>
          <p:cNvSpPr/>
          <p:nvPr/>
        </p:nvSpPr>
        <p:spPr>
          <a:xfrm>
            <a:off x="731520" y="3611890"/>
            <a:ext cx="457200" cy="45720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90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57610"/>
            <a:ext cx="28346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신청이 완료됩니다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30"/>
            <a:ext cx="3520440" cy="20903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완료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안내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창이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뜨고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1" dirty="0">
                <a:solidFill>
                  <a:srgbClr val="1F1F1D"/>
                </a:solidFill>
                <a:latin typeface="맑은 고딕"/>
              </a:rPr>
              <a:t>  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서버실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출입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비밀번호가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표시됩니다</a:t>
            </a:r>
            <a:endParaRPr sz="1250" b="1" dirty="0">
              <a:solidFill>
                <a:srgbClr val="1F1F1D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표시된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비밀번호로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서버실에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[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확인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]을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누르면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창이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닫히고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  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아래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'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오늘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기록'에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자동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추가</a:t>
            </a:r>
            <a:r>
              <a:rPr lang="en-US" sz="1250" b="0" dirty="0" smtClean="0">
                <a:solidFill>
                  <a:srgbClr val="6B6A66"/>
                </a:solidFill>
                <a:latin typeface="맑은 고딕"/>
              </a:rPr>
              <a:t>,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lang="en-US" sz="1250" b="0" dirty="0" smtClean="0">
                <a:solidFill>
                  <a:srgbClr val="6B6A66"/>
                </a:solidFill>
                <a:latin typeface="맑은 고딕"/>
              </a:rPr>
              <a:t>   </a:t>
            </a: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동시에</a:t>
            </a:r>
            <a:r>
              <a:rPr sz="1250" b="0" dirty="0" smtClean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담당자에게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내역이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lang="ko-KR" altLang="en-US" sz="1250" b="1" dirty="0" smtClean="0">
                <a:solidFill>
                  <a:srgbClr val="3B6FD4"/>
                </a:solidFill>
                <a:latin typeface="맑은 고딕"/>
              </a:rPr>
              <a:t>담당자 에게 </a:t>
            </a:r>
            <a:r>
              <a:rPr sz="1250" b="1" dirty="0" err="1" smtClean="0">
                <a:solidFill>
                  <a:srgbClr val="3B6FD4"/>
                </a:solidFill>
                <a:latin typeface="맑은 고딕"/>
              </a:rPr>
              <a:t>메일로</a:t>
            </a:r>
            <a:r>
              <a:rPr sz="1250" b="1" dirty="0" smtClean="0">
                <a:solidFill>
                  <a:srgbClr val="3B6FD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B6FD4"/>
                </a:solidFill>
                <a:latin typeface="맑은 고딕"/>
              </a:rPr>
              <a:t>자동</a:t>
            </a:r>
            <a:r>
              <a:rPr sz="1250" b="1" dirty="0">
                <a:solidFill>
                  <a:srgbClr val="3B6FD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B6FD4"/>
                </a:solidFill>
                <a:latin typeface="맑은 고딕"/>
              </a:rPr>
              <a:t>발송됩니다</a:t>
            </a:r>
            <a:r>
              <a:rPr sz="1250" b="1" dirty="0">
                <a:solidFill>
                  <a:srgbClr val="3B6FD4"/>
                </a:solidFill>
                <a:latin typeface="맑은 고딕"/>
              </a:rPr>
              <a:t>. 📧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520" y="2607436"/>
            <a:ext cx="2547231" cy="2100348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9341963" y="3770722"/>
            <a:ext cx="1168924" cy="219513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****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09728" cy="420624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"/>
            <a:ext cx="9601200" cy="7498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관리자 대시보드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출입 현황 · 비밀번호 · 공지 관리 (/admin)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128016"/>
            <a:ext cx="914400" cy="7498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80159"/>
            <a:ext cx="3840480" cy="5410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2234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3B6FD4"/>
                </a:solidFill>
                <a:latin typeface="맑은 고딕"/>
              </a:rPr>
              <a:t>주요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9545"/>
            <a:ext cx="3520440" cy="116698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B6FD4"/>
                </a:solidFill>
                <a:latin typeface="맑은 고딕"/>
              </a:rPr>
              <a:t>출입 현황 모니터링</a:t>
            </a:r>
            <a:endParaRPr lang="en-US" sz="1250" b="0" dirty="0" smtClean="0">
              <a:solidFill>
                <a:srgbClr val="6B6A66"/>
              </a:solidFill>
              <a:latin typeface="맑은 고딕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6B6A66"/>
                </a:solidFill>
                <a:latin typeface="맑은 고딕"/>
              </a:rPr>
              <a:t>• 오늘 출입 건수 · 총 출입 인원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6B6A66"/>
                </a:solidFill>
                <a:latin typeface="맑은 고딕"/>
              </a:rPr>
              <a:t>• 기간 / 성명·사번 검색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6B6A66"/>
                </a:solidFill>
                <a:latin typeface="맑은 고딕"/>
              </a:rPr>
              <a:t>• 출입 기록(연락처 복호화 표시)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6B6A66"/>
                </a:solidFill>
                <a:latin typeface="맑은 고딕"/>
              </a:rPr>
              <a:t>• 30초마다 현황 자동 갱신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250" b="1">
                <a:solidFill>
                  <a:srgbClr val="3B6FD4"/>
                </a:solidFill>
                <a:latin typeface="맑은 고딕"/>
              </a:rPr>
              <a:t>⚙ 설정 패널 (접기/펼치기)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6B6A66"/>
                </a:solidFill>
                <a:latin typeface="맑은 고딕"/>
              </a:rPr>
              <a:t>• 서버실 출입 비밀번호 변경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6B6A66"/>
                </a:solidFill>
                <a:latin typeface="맑은 고딕"/>
              </a:rPr>
              <a:t>• 마지막 변경일 · 경과일수 표시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6B6A66"/>
                </a:solidFill>
                <a:latin typeface="맑은 고딕"/>
              </a:rPr>
              <a:t>• 공지사항 작성·삭제 → 사용자 배너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250" b="1">
                <a:solidFill>
                  <a:srgbClr val="3B6FD4"/>
                </a:solidFill>
                <a:latin typeface="맑은 고딕"/>
              </a:rPr>
              <a:t>접근 권한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6B6A66"/>
                </a:solidFill>
                <a:latin typeface="맑은 고딕"/>
              </a:rPr>
              <a:t>• 허용된 사번만 대시보드 접근</a:t>
            </a:r>
          </a:p>
        </p:txBody>
      </p:sp>
      <p:pic>
        <p:nvPicPr>
          <p:cNvPr id="13" name="Picture 10" descr="admin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160" y="1280160"/>
            <a:ext cx="4573439" cy="5166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97160" y="1280160"/>
            <a:ext cx="4573439" cy="5166360"/>
          </a:xfrm>
          <a:prstGeom prst="rect">
            <a:avLst/>
          </a:prstGeom>
          <a:noFill/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248</Words>
  <Application>Microsoft Office PowerPoint</Application>
  <PresentationFormat>와이드스크린</PresentationFormat>
  <Paragraphs>52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장석원</cp:lastModifiedBy>
  <cp:revision>4</cp:revision>
  <dcterms:created xsi:type="dcterms:W3CDTF">2013-01-27T09:14:16Z</dcterms:created>
  <dcterms:modified xsi:type="dcterms:W3CDTF">2026-06-25T23:57:32Z</dcterms:modified>
  <cp:category/>
</cp:coreProperties>
</file>